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49" d="100"/>
          <a:sy n="49" d="100"/>
        </p:scale>
        <p:origin x="48" y="1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6D9F9B-13DE-28D6-CC93-3CD6430615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5B48359-5AAB-46A6-4C83-4FC52D1612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4836D9-D1B5-0D7C-99A4-18D30CD94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0EEA2-5B2C-46A8-A55C-060754C1AB18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E43F92-F726-3A12-6F13-288F0576E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CF06A2-21E1-4BD7-12F4-9AA8F7890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D1C4E-9CB7-4E3E-AE78-A435396F1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6627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5B5D56-FAC1-58DC-55AA-E3F85FCC4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6E4090-B197-876E-92A7-1A259E383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416AB6-1AC0-D71E-68B2-09342773E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0EEA2-5B2C-46A8-A55C-060754C1AB18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77D0D3-9966-0AD6-963A-AA2E312AB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55B6BB-A63F-8502-7B92-9245F193D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D1C4E-9CB7-4E3E-AE78-A435396F1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4900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DAE3BE-FF56-BB1E-C772-04AD9CC2A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DDE1F1-C20B-43C7-BF1F-86D821534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033B08-F434-FAFB-DA82-9402DD2C2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0EEA2-5B2C-46A8-A55C-060754C1AB18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1A7E13-C3C9-C90B-0957-23B040342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367603-1629-3A1B-AB5D-1B94B4230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D1C4E-9CB7-4E3E-AE78-A435396F1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8996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F59EAE-C600-63C2-A30A-B686F83D3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1A5D3B-3705-4514-71B8-FD50EE63B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9D21487-4798-6839-A460-4CB85AE3BB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248239-3E0E-2F45-FDE4-51E9B6C3D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0EEA2-5B2C-46A8-A55C-060754C1AB18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C311DF-75E2-D590-6850-645A0DC61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047B57-0202-6F2D-2F82-066586436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D1C4E-9CB7-4E3E-AE78-A435396F1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5086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9DF6AA-D795-398F-61F4-EDA2AE42E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0F7085-2AEC-4A9D-7302-47049F71B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FE7910C-11F9-877C-CF52-B69DF0B12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48F8288-F8FE-433D-699E-6CE49ECE02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8E3911D-096C-F7C6-5CE3-E138EA6640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809E7D9-F299-ADBB-46AE-9FB7B2342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0EEA2-5B2C-46A8-A55C-060754C1AB18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E14AF2C-9E9F-498F-2A9D-AA31992EF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5DAA3A8-30C7-F742-9A73-7E4D0AC28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D1C4E-9CB7-4E3E-AE78-A435396F1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283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ABB04C-0900-1D99-35E8-19C61703C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26C5DEA-15F1-F4EE-FA32-E1CCB61E6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0EEA2-5B2C-46A8-A55C-060754C1AB18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876FE32-CDF4-1C5C-E519-598FA42F5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E24E5CC-9978-3646-EA78-F3FAE3F36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D1C4E-9CB7-4E3E-AE78-A435396F1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450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B0C5848-BCB2-C031-F6D8-7D9EFA3AD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0EEA2-5B2C-46A8-A55C-060754C1AB18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4CB5BCB-9BF1-FF3A-C740-126F9772E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1F6149-FD18-AB60-2D4D-7CC709335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D1C4E-9CB7-4E3E-AE78-A435396F1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3306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FE0CA9-EB1E-8C46-5B32-B07B69236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941D17-E94C-58DF-FFDD-CEBBBA315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FD363A5-B17E-5A45-665A-1D4DF2DEF6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A7BB01-EA9D-0F48-BCDE-AF64850AC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0EEA2-5B2C-46A8-A55C-060754C1AB18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95822C-874B-110E-B8D0-CD5CEE59F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809ED0B-899D-8DC7-26E1-9A8095202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D1C4E-9CB7-4E3E-AE78-A435396F1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1723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03A0D3-B178-3392-E238-EE7DD4BB8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B3D52A1-BDE1-A3C4-B9E1-E0FFC5DBF5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0598253-91CE-79BA-7F73-0129F49B1E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82A838-93C5-1124-4A26-28053A545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0EEA2-5B2C-46A8-A55C-060754C1AB18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CF9FBB-A3D5-52D7-FD19-EA876C059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69823F-B129-C3A2-96A7-A03645FEE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D1C4E-9CB7-4E3E-AE78-A435396F1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0090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38F629-FC7A-0AE7-0981-F2134C982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3BF051A-8641-F926-1861-73019EE4F5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20F946-A277-A517-92FD-81AD1C76D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0EEA2-5B2C-46A8-A55C-060754C1AB18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79966D-1A61-DA21-BEE8-84C0FDF20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DDCD09-8CB0-4B07-D078-A211CF58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D1C4E-9CB7-4E3E-AE78-A435396F1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5978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D83972-9423-AA89-9678-65F91EAA17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97AA25-9A1A-2144-391E-CC039C9978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0D102A-34B7-043F-04C1-5D2739DB6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0EEA2-5B2C-46A8-A55C-060754C1AB18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97359D-5584-614B-191B-7091E4C44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1835B4-07D1-DAA2-3595-8DF4F3BEB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D1C4E-9CB7-4E3E-AE78-A435396F1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810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27A968B-1813-84A6-4DE2-4953BB579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49D268-EAF8-D545-5A69-22C7F815D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99E676-48AE-6EA9-FDA9-7C65368D0F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80EEA2-5B2C-46A8-A55C-060754C1AB18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9DE15D-C9F7-78A7-DAE2-7A0CBF80B2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54289D-102C-F758-FFB0-B24A7D7F7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1D1C4E-9CB7-4E3E-AE78-A435396F1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6889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6C410-42DB-26B6-ECCC-4737B3201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C83A66-A338-0F1F-8C6E-095B68DA04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0494"/>
          </a:xfrm>
        </p:spPr>
        <p:txBody>
          <a:bodyPr>
            <a:normAutofit fontScale="90000"/>
          </a:bodyPr>
          <a:lstStyle/>
          <a:p>
            <a:r>
              <a:rPr lang="en-US" altLang="ko-KR" sz="3200" dirty="0"/>
              <a:t>2022180044 </a:t>
            </a:r>
            <a:r>
              <a:rPr lang="ko-KR" altLang="en-US" sz="3200" dirty="0"/>
              <a:t>김다니엘 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86ED211-997D-A39C-4064-31704899A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008370"/>
            <a:ext cx="9144000" cy="682579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sz="5400" dirty="0" err="1"/>
              <a:t>소녀픽셀던전</a:t>
            </a:r>
            <a:endParaRPr lang="ko-KR" altLang="en-US" sz="5400" dirty="0"/>
          </a:p>
        </p:txBody>
      </p:sp>
    </p:spTree>
    <p:extLst>
      <p:ext uri="{BB962C8B-B14F-4D97-AF65-F5344CB8AC3E}">
        <p14:creationId xmlns:p14="http://schemas.microsoft.com/office/powerpoint/2010/main" val="1333430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18B0D6-5419-DB11-4D5B-9BCC246A42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5477774" cy="1031966"/>
          </a:xfrm>
        </p:spPr>
        <p:txBody>
          <a:bodyPr/>
          <a:lstStyle/>
          <a:p>
            <a:r>
              <a:rPr lang="ko-KR" altLang="en-US" dirty="0"/>
              <a:t>개발 진행 상황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AC9479-2185-6622-7551-E76FFE3B514E}"/>
              </a:ext>
            </a:extLst>
          </p:cNvPr>
          <p:cNvSpPr txBox="1"/>
          <p:nvPr/>
        </p:nvSpPr>
        <p:spPr>
          <a:xfrm>
            <a:off x="452887" y="1266527"/>
            <a:ext cx="609456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1</a:t>
            </a:r>
            <a:r>
              <a:rPr lang="ko-KR" altLang="en-US" sz="1800" dirty="0"/>
              <a:t>주차</a:t>
            </a:r>
            <a:endParaRPr lang="en-US" altLang="ko-KR" sz="1800" dirty="0"/>
          </a:p>
          <a:p>
            <a:r>
              <a:rPr lang="ko-KR" altLang="en-US" sz="1800" dirty="0"/>
              <a:t>맵</a:t>
            </a:r>
            <a:r>
              <a:rPr lang="en-US" altLang="ko-KR" sz="1800" dirty="0"/>
              <a:t>/</a:t>
            </a:r>
            <a:r>
              <a:rPr lang="ko-KR" altLang="en-US" sz="1800" dirty="0"/>
              <a:t>타일 렌더링 시스템 구현</a:t>
            </a:r>
            <a:r>
              <a:rPr lang="en-US" altLang="ko-KR" sz="1800" dirty="0"/>
              <a:t>			</a:t>
            </a:r>
            <a:r>
              <a:rPr lang="ko-KR" altLang="en-US" sz="1800" dirty="0"/>
              <a:t> </a:t>
            </a:r>
            <a:endParaRPr lang="en-US" altLang="ko-KR" sz="1800" dirty="0"/>
          </a:p>
          <a:p>
            <a:r>
              <a:rPr lang="en-US" altLang="ko-KR" sz="1800" dirty="0"/>
              <a:t>2</a:t>
            </a:r>
            <a:r>
              <a:rPr lang="ko-KR" altLang="en-US" sz="1800" dirty="0"/>
              <a:t>주차</a:t>
            </a:r>
            <a:endParaRPr lang="en-US" altLang="ko-KR" sz="1800" dirty="0"/>
          </a:p>
          <a:p>
            <a:r>
              <a:rPr lang="ko-KR" altLang="en-US" sz="1800" dirty="0"/>
              <a:t>캐릭터</a:t>
            </a:r>
            <a:r>
              <a:rPr lang="en-US" altLang="ko-KR" sz="1800" dirty="0"/>
              <a:t>(</a:t>
            </a:r>
            <a:r>
              <a:rPr lang="ko-KR" altLang="en-US" sz="1800" dirty="0"/>
              <a:t>플레이어</a:t>
            </a:r>
            <a:r>
              <a:rPr lang="en-US" altLang="ko-KR" sz="1800" dirty="0"/>
              <a:t>)</a:t>
            </a:r>
            <a:r>
              <a:rPr lang="ko-KR" altLang="en-US" sz="1800" dirty="0"/>
              <a:t>클래스 및 몬스터 클래스 구현</a:t>
            </a:r>
            <a:endParaRPr lang="en-US" altLang="ko-KR" sz="1800" dirty="0"/>
          </a:p>
          <a:p>
            <a:r>
              <a:rPr lang="en-US" altLang="ko-KR" sz="1800" dirty="0"/>
              <a:t>3</a:t>
            </a:r>
            <a:r>
              <a:rPr lang="ko-KR" altLang="en-US" sz="1800" dirty="0"/>
              <a:t>주차</a:t>
            </a:r>
            <a:endParaRPr lang="en-US" altLang="ko-KR" sz="1800" dirty="0"/>
          </a:p>
          <a:p>
            <a:r>
              <a:rPr lang="ko-KR" altLang="en-US" sz="1800" dirty="0"/>
              <a:t>플레이어 입력 처리 및 이동 구현 </a:t>
            </a:r>
            <a:endParaRPr lang="en-US" altLang="ko-KR" sz="1800" dirty="0"/>
          </a:p>
          <a:p>
            <a:r>
              <a:rPr lang="en-US" altLang="ko-KR" sz="1800" dirty="0"/>
              <a:t>4</a:t>
            </a:r>
            <a:r>
              <a:rPr lang="ko-KR" altLang="en-US" sz="1800" dirty="0"/>
              <a:t>주차</a:t>
            </a:r>
            <a:endParaRPr lang="en-US" altLang="ko-KR" sz="1800" dirty="0"/>
          </a:p>
          <a:p>
            <a:r>
              <a:rPr lang="ko-KR" altLang="en-US" sz="1800" dirty="0"/>
              <a:t>몬스터 </a:t>
            </a:r>
            <a:r>
              <a:rPr lang="en-US" altLang="ko-KR" sz="1800" dirty="0"/>
              <a:t>[</a:t>
            </a:r>
            <a:r>
              <a:rPr lang="ko-KR" altLang="en-US" sz="1800" dirty="0"/>
              <a:t>적대세력</a:t>
            </a:r>
            <a:r>
              <a:rPr lang="en-US" altLang="ko-KR" sz="1800" dirty="0"/>
              <a:t>] (</a:t>
            </a:r>
            <a:r>
              <a:rPr lang="ko-KR" altLang="en-US" sz="1800" dirty="0"/>
              <a:t>정지</a:t>
            </a:r>
            <a:r>
              <a:rPr lang="en-US" altLang="ko-KR" sz="1800" dirty="0"/>
              <a:t>/</a:t>
            </a:r>
            <a:r>
              <a:rPr lang="ko-KR" altLang="en-US" sz="1800" dirty="0"/>
              <a:t>추적</a:t>
            </a:r>
            <a:r>
              <a:rPr lang="en-US" altLang="ko-KR" sz="1800" dirty="0"/>
              <a:t>)</a:t>
            </a:r>
            <a:r>
              <a:rPr lang="ko-KR" altLang="en-US" sz="1800" dirty="0"/>
              <a:t>구현</a:t>
            </a:r>
            <a:endParaRPr lang="en-US" altLang="ko-KR" sz="1800" dirty="0"/>
          </a:p>
          <a:p>
            <a:r>
              <a:rPr lang="en-US" altLang="ko-KR" sz="1800" dirty="0"/>
              <a:t>5</a:t>
            </a:r>
            <a:r>
              <a:rPr lang="ko-KR" altLang="en-US" sz="1800" dirty="0"/>
              <a:t>주차</a:t>
            </a:r>
            <a:endParaRPr lang="en-US" altLang="ko-KR" sz="1800" dirty="0"/>
          </a:p>
          <a:p>
            <a:r>
              <a:rPr lang="en-US" altLang="ko-KR" sz="1800" dirty="0"/>
              <a:t>2</a:t>
            </a:r>
            <a:r>
              <a:rPr lang="ko-KR" altLang="en-US" sz="1800" dirty="0"/>
              <a:t>차 발표 준비 및 기본 </a:t>
            </a:r>
            <a:r>
              <a:rPr lang="en-US" altLang="ko-KR" sz="1800" dirty="0" err="1"/>
              <a:t>ui</a:t>
            </a:r>
            <a:r>
              <a:rPr lang="en-US" altLang="ko-KR" sz="1800" dirty="0"/>
              <a:t> </a:t>
            </a:r>
            <a:r>
              <a:rPr lang="ko-KR" altLang="en-US" sz="1800" dirty="0"/>
              <a:t>구현 및 인벤토리 시스템 정리</a:t>
            </a:r>
            <a:endParaRPr lang="en-US" altLang="ko-KR" sz="1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800665-DBE5-8918-E762-2D4883934C61}"/>
              </a:ext>
            </a:extLst>
          </p:cNvPr>
          <p:cNvSpPr txBox="1"/>
          <p:nvPr/>
        </p:nvSpPr>
        <p:spPr>
          <a:xfrm>
            <a:off x="452887" y="4128849"/>
            <a:ext cx="62325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6</a:t>
            </a:r>
            <a:r>
              <a:rPr lang="ko-KR" altLang="en-US" sz="1800" dirty="0"/>
              <a:t>주차</a:t>
            </a:r>
            <a:endParaRPr lang="en-US" altLang="ko-KR" sz="1800" dirty="0"/>
          </a:p>
          <a:p>
            <a:r>
              <a:rPr lang="ko-KR" altLang="en-US" sz="1800" dirty="0"/>
              <a:t>체력</a:t>
            </a:r>
            <a:r>
              <a:rPr lang="en-US" altLang="ko-KR" sz="1800" dirty="0"/>
              <a:t>/</a:t>
            </a:r>
            <a:r>
              <a:rPr lang="ko-KR" altLang="en-US" sz="1800" dirty="0"/>
              <a:t>허기</a:t>
            </a:r>
            <a:r>
              <a:rPr lang="en-US" altLang="ko-KR" sz="1800" dirty="0"/>
              <a:t>/</a:t>
            </a:r>
            <a:r>
              <a:rPr lang="ko-KR" altLang="en-US" sz="1800" dirty="0"/>
              <a:t>레벨 등 기본 </a:t>
            </a:r>
            <a:r>
              <a:rPr lang="en-US" altLang="ko-KR" sz="1800" dirty="0" err="1"/>
              <a:t>hud</a:t>
            </a:r>
            <a:r>
              <a:rPr lang="en-US" altLang="ko-KR" sz="1800" dirty="0"/>
              <a:t> </a:t>
            </a:r>
            <a:r>
              <a:rPr lang="ko-KR" altLang="en-US" sz="1800" dirty="0"/>
              <a:t>구현</a:t>
            </a:r>
            <a:endParaRPr lang="en-US" altLang="ko-KR" sz="1800" dirty="0"/>
          </a:p>
          <a:p>
            <a:endParaRPr lang="en-US" altLang="ko-KR" sz="1800" dirty="0"/>
          </a:p>
          <a:p>
            <a:r>
              <a:rPr lang="en-US" altLang="ko-KR" sz="1800" dirty="0"/>
              <a:t>7</a:t>
            </a:r>
            <a:r>
              <a:rPr lang="ko-KR" altLang="en-US" sz="1800" dirty="0"/>
              <a:t>주차</a:t>
            </a:r>
            <a:r>
              <a:rPr lang="en-US" altLang="ko-KR" sz="1800" dirty="0"/>
              <a:t> ~9</a:t>
            </a:r>
            <a:r>
              <a:rPr lang="ko-KR" altLang="en-US" sz="1800" dirty="0"/>
              <a:t>주차 버그 수정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A8C546-811B-376E-E291-C312FBE5DBEC}"/>
              </a:ext>
            </a:extLst>
          </p:cNvPr>
          <p:cNvSpPr txBox="1"/>
          <p:nvPr/>
        </p:nvSpPr>
        <p:spPr>
          <a:xfrm>
            <a:off x="6190891" y="1528822"/>
            <a:ext cx="75337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0%</a:t>
            </a:r>
          </a:p>
          <a:p>
            <a:endParaRPr lang="en-US" altLang="ko-KR" dirty="0"/>
          </a:p>
          <a:p>
            <a:r>
              <a:rPr lang="en-US" altLang="ko-KR" sz="1800" dirty="0"/>
              <a:t>20%</a:t>
            </a:r>
          </a:p>
          <a:p>
            <a:endParaRPr lang="en-US" altLang="ko-KR" dirty="0"/>
          </a:p>
          <a:p>
            <a:r>
              <a:rPr lang="en-US" altLang="ko-KR" sz="1800" dirty="0"/>
              <a:t>10%</a:t>
            </a:r>
          </a:p>
          <a:p>
            <a:endParaRPr lang="en-US" altLang="ko-KR" dirty="0"/>
          </a:p>
          <a:p>
            <a:r>
              <a:rPr lang="en-US" altLang="ko-KR" dirty="0"/>
              <a:t>0%</a:t>
            </a:r>
          </a:p>
          <a:p>
            <a:endParaRPr lang="en-US" altLang="ko-KR" sz="1800" dirty="0"/>
          </a:p>
          <a:p>
            <a:r>
              <a:rPr lang="en-US" altLang="ko-KR" dirty="0"/>
              <a:t>10%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461002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52A51-631C-0F6E-5709-FAC8C5F63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55B1ED-6E86-487A-3C9A-38B194A4F8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031966"/>
          </a:xfrm>
        </p:spPr>
        <p:txBody>
          <a:bodyPr/>
          <a:lstStyle/>
          <a:p>
            <a:r>
              <a:rPr lang="ko-KR" altLang="en-US" dirty="0"/>
              <a:t>수정된 계획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40A889-CDC2-6CFC-BB93-EC8582496CF8}"/>
              </a:ext>
            </a:extLst>
          </p:cNvPr>
          <p:cNvSpPr txBox="1"/>
          <p:nvPr/>
        </p:nvSpPr>
        <p:spPr>
          <a:xfrm>
            <a:off x="623258" y="1501820"/>
            <a:ext cx="609456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5</a:t>
            </a:r>
            <a:r>
              <a:rPr lang="ko-KR" altLang="en-US" sz="1800" dirty="0"/>
              <a:t>주차</a:t>
            </a:r>
            <a:endParaRPr lang="en-US" altLang="ko-KR" sz="1800" dirty="0"/>
          </a:p>
          <a:p>
            <a:r>
              <a:rPr lang="ko-KR" altLang="en-US" sz="1800" dirty="0"/>
              <a:t>맵</a:t>
            </a:r>
            <a:r>
              <a:rPr lang="en-US" altLang="ko-KR" sz="1800" dirty="0"/>
              <a:t>/</a:t>
            </a:r>
            <a:r>
              <a:rPr lang="ko-KR" altLang="en-US" sz="1800" dirty="0"/>
              <a:t>타일 렌더링 시스템 구현</a:t>
            </a:r>
            <a:r>
              <a:rPr lang="en-US" altLang="ko-KR" sz="1800" dirty="0"/>
              <a:t>			</a:t>
            </a:r>
            <a:r>
              <a:rPr lang="ko-KR" altLang="en-US" sz="1800" dirty="0"/>
              <a:t> </a:t>
            </a:r>
            <a:endParaRPr lang="en-US" altLang="ko-KR" sz="1800" dirty="0"/>
          </a:p>
          <a:p>
            <a:r>
              <a:rPr lang="ko-KR" altLang="en-US" sz="1800" dirty="0"/>
              <a:t>캐릭터</a:t>
            </a:r>
            <a:r>
              <a:rPr lang="en-US" altLang="ko-KR" sz="1800" dirty="0"/>
              <a:t>(</a:t>
            </a:r>
            <a:r>
              <a:rPr lang="ko-KR" altLang="en-US" sz="1800" dirty="0"/>
              <a:t>플레이어</a:t>
            </a:r>
            <a:r>
              <a:rPr lang="en-US" altLang="ko-KR" sz="1800" dirty="0"/>
              <a:t>)</a:t>
            </a:r>
            <a:r>
              <a:rPr lang="ko-KR" altLang="en-US" sz="1800" dirty="0"/>
              <a:t>클래스 및 몬스터 클래스 구현</a:t>
            </a:r>
            <a:endParaRPr lang="en-US" altLang="ko-KR" sz="1800" dirty="0"/>
          </a:p>
          <a:p>
            <a:r>
              <a:rPr lang="en-US" altLang="ko-KR" sz="1800" dirty="0"/>
              <a:t>6</a:t>
            </a:r>
            <a:r>
              <a:rPr lang="ko-KR" altLang="en-US" sz="1800" dirty="0"/>
              <a:t>주차</a:t>
            </a:r>
            <a:endParaRPr lang="en-US" altLang="ko-KR" sz="1800" dirty="0"/>
          </a:p>
          <a:p>
            <a:r>
              <a:rPr lang="ko-KR" altLang="en-US" sz="1800" dirty="0"/>
              <a:t>플레이어 입력 처리 및 이동 구현 </a:t>
            </a:r>
            <a:endParaRPr lang="en-US" altLang="ko-KR" sz="1800" dirty="0"/>
          </a:p>
          <a:p>
            <a:r>
              <a:rPr lang="ko-KR" altLang="en-US" sz="1800" dirty="0"/>
              <a:t>몬스터 </a:t>
            </a:r>
            <a:r>
              <a:rPr lang="en-US" altLang="ko-KR" sz="1800" dirty="0"/>
              <a:t>[</a:t>
            </a:r>
            <a:r>
              <a:rPr lang="ko-KR" altLang="en-US" sz="1800" dirty="0"/>
              <a:t>적대세력</a:t>
            </a:r>
            <a:r>
              <a:rPr lang="en-US" altLang="ko-KR" sz="1800" dirty="0"/>
              <a:t>] (</a:t>
            </a:r>
            <a:r>
              <a:rPr lang="ko-KR" altLang="en-US" sz="1800" dirty="0"/>
              <a:t>정지</a:t>
            </a:r>
            <a:r>
              <a:rPr lang="en-US" altLang="ko-KR" sz="1800" dirty="0"/>
              <a:t>/</a:t>
            </a:r>
            <a:r>
              <a:rPr lang="ko-KR" altLang="en-US" sz="1800" dirty="0"/>
              <a:t>추적</a:t>
            </a:r>
            <a:r>
              <a:rPr lang="en-US" altLang="ko-KR" sz="1800" dirty="0"/>
              <a:t>)</a:t>
            </a:r>
            <a:r>
              <a:rPr lang="ko-KR" altLang="en-US" sz="1800" dirty="0"/>
              <a:t>구현</a:t>
            </a:r>
            <a:endParaRPr lang="en-US" altLang="ko-KR" sz="1800" dirty="0"/>
          </a:p>
          <a:p>
            <a:r>
              <a:rPr lang="en-US" altLang="ko-KR" sz="1800" dirty="0"/>
              <a:t>7</a:t>
            </a:r>
            <a:r>
              <a:rPr lang="ko-KR" altLang="en-US" sz="1800" dirty="0"/>
              <a:t>주차</a:t>
            </a:r>
            <a:r>
              <a:rPr lang="en-US" altLang="ko-KR" sz="1800" dirty="0"/>
              <a:t>~9</a:t>
            </a:r>
            <a:r>
              <a:rPr lang="ko-KR" altLang="en-US" sz="1800" dirty="0"/>
              <a:t>주차</a:t>
            </a:r>
            <a:endParaRPr lang="en-US" altLang="ko-KR" dirty="0"/>
          </a:p>
          <a:p>
            <a:r>
              <a:rPr lang="ko-KR" altLang="en-US" dirty="0"/>
              <a:t>체력</a:t>
            </a:r>
            <a:r>
              <a:rPr lang="en-US" altLang="ko-KR" dirty="0"/>
              <a:t>/</a:t>
            </a:r>
            <a:r>
              <a:rPr lang="ko-KR" altLang="en-US" dirty="0"/>
              <a:t>허기</a:t>
            </a:r>
            <a:r>
              <a:rPr lang="en-US" altLang="ko-KR" dirty="0"/>
              <a:t>/</a:t>
            </a:r>
            <a:r>
              <a:rPr lang="ko-KR" altLang="en-US" dirty="0"/>
              <a:t>레벨 등 기본 </a:t>
            </a:r>
            <a:r>
              <a:rPr lang="en-US" altLang="ko-KR" dirty="0" err="1"/>
              <a:t>hud</a:t>
            </a:r>
            <a:r>
              <a:rPr lang="en-US" altLang="ko-KR" dirty="0"/>
              <a:t> </a:t>
            </a:r>
            <a:r>
              <a:rPr lang="ko-KR" altLang="en-US" dirty="0"/>
              <a:t>구현</a:t>
            </a:r>
            <a:endParaRPr lang="en-US" altLang="ko-KR" dirty="0"/>
          </a:p>
          <a:p>
            <a:r>
              <a:rPr lang="ko-KR" altLang="en-US" dirty="0"/>
              <a:t>버그 수정 </a:t>
            </a:r>
          </a:p>
        </p:txBody>
      </p:sp>
    </p:spTree>
    <p:extLst>
      <p:ext uri="{BB962C8B-B14F-4D97-AF65-F5344CB8AC3E}">
        <p14:creationId xmlns:p14="http://schemas.microsoft.com/office/powerpoint/2010/main" val="1675254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화면 녹화 중 2025-11-12 235522">
            <a:hlinkClick r:id="" action="ppaction://media"/>
            <a:extLst>
              <a:ext uri="{FF2B5EF4-FFF2-40B4-BE49-F238E27FC236}">
                <a16:creationId xmlns:a16="http://schemas.microsoft.com/office/drawing/2014/main" id="{FCEFC176-8F44-7C14-929B-88121091EFB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525203" y="0"/>
            <a:ext cx="3973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815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6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08EA22-A721-3C65-0BD2-C256B963F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GITHUB </a:t>
            </a:r>
            <a:r>
              <a:rPr lang="ko-KR" altLang="en-US" dirty="0" err="1"/>
              <a:t>커밋</a:t>
            </a:r>
            <a:r>
              <a:rPr lang="ko-KR" altLang="en-US" dirty="0"/>
              <a:t> 통계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F5D15C9-D2CA-C983-11EB-E6A463686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9544" y="1465036"/>
            <a:ext cx="6641279" cy="5263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898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151</Words>
  <Application>Microsoft Office PowerPoint</Application>
  <PresentationFormat>와이드스크린</PresentationFormat>
  <Paragraphs>37</Paragraphs>
  <Slides>5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2022180044 김다니엘 </vt:lpstr>
      <vt:lpstr>개발 진행 상황 </vt:lpstr>
      <vt:lpstr>수정된 계획 </vt:lpstr>
      <vt:lpstr>PowerPoint 프레젠테이션</vt:lpstr>
      <vt:lpstr>GITHUB 커밋 통계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다니엘 김</dc:creator>
  <cp:lastModifiedBy>다니엘 김</cp:lastModifiedBy>
  <cp:revision>2</cp:revision>
  <dcterms:created xsi:type="dcterms:W3CDTF">2025-11-12T07:58:52Z</dcterms:created>
  <dcterms:modified xsi:type="dcterms:W3CDTF">2025-11-12T15:01:30Z</dcterms:modified>
</cp:coreProperties>
</file>